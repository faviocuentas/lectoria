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t>Revisar la integración del diccionario y la traducción multilingüe al presentar esta diapositiva.</a:t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sp>
        <p:txBody>
          <a:p>
            <a:t>Mencionar que las notas del presentador se extraen y muestran automáticamente en el visor.</a:t>
          </a:p>
        </p:txBody>
      </p:sp>
    </p:spTree>
  </p:cSld>
</p:note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t>Introducción a Lectoria IA</a:t>
          </a:p>
          <a:p>
            <a:t>Módulo de Inteligencia Artificial para la Lectura de Presentaciones</a:t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t>Funcionalidades Clave de Lectura</a:t>
          </a:p>
          <a:p>
            <a:t>• Resumen e interpretación asistida por IA</a:t>
          </a:p>
          <a:p>
            <a:t>• Diccionario integrado y traducción instantánea</a:t>
          </a:p>
          <a:p>
            <a:t>• Destacados por categorías y notas de estudio</a:t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t>Conclusiones y Rendimiento</a:t>
          </a:p>
          <a:p>
            <a:t>• Compatibilidad nativa con PPTX y PPT</a:t>
          </a:p>
          <a:p>
            <a:t>• Rendimiento optimizado en dispositivos iOS (ARM64)</a:t>
          </a:p>
          <a:p>
            <a:t>• Sincronización automática de marcadores y progreso</a:t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 Demo Lectoria</dc:title>
  <dc:creator>Equipo Lectoria</dc:creator>
</cp:coreProperties>
</file>